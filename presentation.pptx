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Old and New Predictors Together:</a:t>
            </a:r>
            <a:br/>
            <a:r>
              <a:t>Hybrid CNN Prediction for Reversible Data Hiding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Zhao, Peng, Fang, Zhang &amp; Wang (CSSP,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 CNN predicts pixels very accurately.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Combine it with fast conventional predictors (hybrid).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Sharper errors -&gt; higher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 large payload with minimal distortion.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Guarantee exact recovery of image and data.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Beat the capacity-PSNR trade-off of plain histogram shifting.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shifting: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Thodi-Rodriguez PEE; Sachnev sorting+prediction.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refined prediction/embedding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pixels (CNN+conventional hybrid; here a fixed stand-in).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Expand innermost PE bins to embed.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Fully reversible.</a:t>
            </a:r>
          </a:p>
        </p:txBody>
      </p:sp>
      <p:pic>
        <p:nvPicPr>
          <p:cNvPr id="5" name="Picture 4" descr="fig_mar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2544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each pixel from neighbours.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Form the prediction-error histogram.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Expand innermost bins to embed; shift the rest.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to recover image +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 = pixel - 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at e in {0,-1}: e' = e +/- b; shift |e|&gt;=1 outward.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= count of innermost-bin errors; PSNR falls as levels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images, embedding levels 1..3.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payload (bpp), PSNR, SSIM, exact reversibility.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Hybrid-PEE regime reproduced (~0.25 bpp @ ~48.7 dB, Lena).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Trained CNN would raise the curve.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All runs bit-exact reversible.</a:t>
            </a:r>
          </a:p>
        </p:txBody>
      </p:sp>
      <p:pic>
        <p:nvPicPr>
          <p:cNvPr id="5" name="Picture 4" descr="fig_capacity_distor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Sharp hybrid predictor -&gt; high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Extensible with a real CNN.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CNN not trained (approximated).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Image-dependent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PSNR falls with levels.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Train and integrate the CNN hybrid.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Compare vs fixed-predictor bound.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prediction-error RDH core.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literature-consistent capacity-PSNR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Zhao et al. CNN Hybrid Prediction RDH. CSSP,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Sachnev et al. Sorting+Prediction. IEEE TCSVT 19(7), 2009.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Thodi &amp; Rodriguez. PEE. IEEE TIP 16(3), 2007.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